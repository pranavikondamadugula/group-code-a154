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89" r:id="rId5"/>
    <p:sldId id="341" r:id="rId6"/>
    <p:sldId id="329" r:id="rId7"/>
    <p:sldId id="340" r:id="rId8"/>
    <p:sldId id="347" r:id="rId9"/>
    <p:sldId id="342" r:id="rId10"/>
    <p:sldId id="259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249" userDrawn="1">
          <p15:clr>
            <a:srgbClr val="A4A3A4"/>
          </p15:clr>
        </p15:guide>
        <p15:guide id="4" pos="7068" userDrawn="1">
          <p15:clr>
            <a:srgbClr val="A4A3A4"/>
          </p15:clr>
        </p15:guide>
        <p15:guide id="5" orient="horz" pos="13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CBE"/>
    <a:srgbClr val="85509A"/>
    <a:srgbClr val="714484"/>
    <a:srgbClr val="0073CF"/>
    <a:srgbClr val="203232"/>
    <a:srgbClr val="30454F"/>
    <a:srgbClr val="1295D8"/>
    <a:srgbClr val="004A5C"/>
    <a:srgbClr val="0093B6"/>
    <a:srgbClr val="00B9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08706E-1E55-4BE3-9981-9E9409FA3F0E}" v="1" dt="2025-11-17T15:37:03.1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>
        <p:guide orient="horz" pos="2160"/>
        <p:guide pos="3840"/>
        <p:guide orient="horz" pos="3249"/>
        <p:guide pos="7068"/>
        <p:guide orient="horz" pos="13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yjane Betrand" userId="S::mb13afy@herts.ac.uk::9d690930-63dc-4257-8532-dd49e7e9cf4d" providerId="AD" clId="Web-{0130B3CF-C872-458A-6D82-FB5B649CA2D1}"/>
    <pc:docChg chg="modSld">
      <pc:chgData name="Maryjane Betrand" userId="S::mb13afy@herts.ac.uk::9d690930-63dc-4257-8532-dd49e7e9cf4d" providerId="AD" clId="Web-{0130B3CF-C872-458A-6D82-FB5B649CA2D1}" dt="2025-11-07T13:24:07.473" v="2" actId="20577"/>
      <pc:docMkLst>
        <pc:docMk/>
      </pc:docMkLst>
      <pc:sldChg chg="modSp">
        <pc:chgData name="Maryjane Betrand" userId="S::mb13afy@herts.ac.uk::9d690930-63dc-4257-8532-dd49e7e9cf4d" providerId="AD" clId="Web-{0130B3CF-C872-458A-6D82-FB5B649CA2D1}" dt="2025-11-07T13:23:42.800" v="0" actId="20577"/>
        <pc:sldMkLst>
          <pc:docMk/>
          <pc:sldMk cId="4148532546" sldId="289"/>
        </pc:sldMkLst>
        <pc:spChg chg="mod">
          <ac:chgData name="Maryjane Betrand" userId="S::mb13afy@herts.ac.uk::9d690930-63dc-4257-8532-dd49e7e9cf4d" providerId="AD" clId="Web-{0130B3CF-C872-458A-6D82-FB5B649CA2D1}" dt="2025-11-07T13:23:42.800" v="0" actId="20577"/>
          <ac:spMkLst>
            <pc:docMk/>
            <pc:sldMk cId="4148532546" sldId="289"/>
            <ac:spMk id="4" creationId="{6E7F4D14-5620-EC41-A86C-6CC3CFD691B4}"/>
          </ac:spMkLst>
        </pc:spChg>
      </pc:sldChg>
      <pc:sldChg chg="modSp">
        <pc:chgData name="Maryjane Betrand" userId="S::mb13afy@herts.ac.uk::9d690930-63dc-4257-8532-dd49e7e9cf4d" providerId="AD" clId="Web-{0130B3CF-C872-458A-6D82-FB5B649CA2D1}" dt="2025-11-07T13:24:07.473" v="2" actId="20577"/>
        <pc:sldMkLst>
          <pc:docMk/>
          <pc:sldMk cId="1718004908" sldId="329"/>
        </pc:sldMkLst>
        <pc:spChg chg="mod">
          <ac:chgData name="Maryjane Betrand" userId="S::mb13afy@herts.ac.uk::9d690930-63dc-4257-8532-dd49e7e9cf4d" providerId="AD" clId="Web-{0130B3CF-C872-458A-6D82-FB5B649CA2D1}" dt="2025-11-07T13:24:07.473" v="2" actId="20577"/>
          <ac:spMkLst>
            <pc:docMk/>
            <pc:sldMk cId="1718004908" sldId="329"/>
            <ac:spMk id="3" creationId="{00EBC183-8AA5-EC44-9987-D65F5C1892A1}"/>
          </ac:spMkLst>
        </pc:spChg>
      </pc:sldChg>
    </pc:docChg>
  </pc:docChgLst>
  <pc:docChgLst>
    <pc:chgData name="Sarah Beecham" userId="3dff3769-a6f8-4999-99c7-104518196c07" providerId="ADAL" clId="{B053FDEB-A230-4C3D-AB28-1996D6638692}"/>
    <pc:docChg chg="custSel modSld">
      <pc:chgData name="Sarah Beecham" userId="3dff3769-a6f8-4999-99c7-104518196c07" providerId="ADAL" clId="{B053FDEB-A230-4C3D-AB28-1996D6638692}" dt="2025-11-17T15:38:57.719" v="259" actId="313"/>
      <pc:docMkLst>
        <pc:docMk/>
      </pc:docMkLst>
      <pc:sldChg chg="modSp mod">
        <pc:chgData name="Sarah Beecham" userId="3dff3769-a6f8-4999-99c7-104518196c07" providerId="ADAL" clId="{B053FDEB-A230-4C3D-AB28-1996D6638692}" dt="2025-11-17T15:37:08.359" v="196" actId="20577"/>
        <pc:sldMkLst>
          <pc:docMk/>
          <pc:sldMk cId="0" sldId="261"/>
        </pc:sldMkLst>
        <pc:spChg chg="mod">
          <ac:chgData name="Sarah Beecham" userId="3dff3769-a6f8-4999-99c7-104518196c07" providerId="ADAL" clId="{B053FDEB-A230-4C3D-AB28-1996D6638692}" dt="2025-11-17T15:37:08.359" v="196" actId="20577"/>
          <ac:spMkLst>
            <pc:docMk/>
            <pc:sldMk cId="0" sldId="261"/>
            <ac:spMk id="130" creationId="{00000000-0000-0000-0000-000000000000}"/>
          </ac:spMkLst>
        </pc:spChg>
      </pc:sldChg>
      <pc:sldChg chg="modSp mod">
        <pc:chgData name="Sarah Beecham" userId="3dff3769-a6f8-4999-99c7-104518196c07" providerId="ADAL" clId="{B053FDEB-A230-4C3D-AB28-1996D6638692}" dt="2025-11-17T15:38:57.719" v="259" actId="313"/>
        <pc:sldMkLst>
          <pc:docMk/>
          <pc:sldMk cId="0" sldId="262"/>
        </pc:sldMkLst>
        <pc:spChg chg="mod">
          <ac:chgData name="Sarah Beecham" userId="3dff3769-a6f8-4999-99c7-104518196c07" providerId="ADAL" clId="{B053FDEB-A230-4C3D-AB28-1996D6638692}" dt="2025-11-17T15:38:57.719" v="259" actId="313"/>
          <ac:spMkLst>
            <pc:docMk/>
            <pc:sldMk cId="0" sldId="262"/>
            <ac:spMk id="2" creationId="{58BC67A1-346D-734F-321E-2098D1481674}"/>
          </ac:spMkLst>
        </pc:spChg>
      </pc:sldChg>
      <pc:sldChg chg="modSp mod">
        <pc:chgData name="Sarah Beecham" userId="3dff3769-a6f8-4999-99c7-104518196c07" providerId="ADAL" clId="{B053FDEB-A230-4C3D-AB28-1996D6638692}" dt="2025-11-17T15:33:16.677" v="28" actId="20577"/>
        <pc:sldMkLst>
          <pc:docMk/>
          <pc:sldMk cId="32494612" sldId="336"/>
        </pc:sldMkLst>
        <pc:spChg chg="mod">
          <ac:chgData name="Sarah Beecham" userId="3dff3769-a6f8-4999-99c7-104518196c07" providerId="ADAL" clId="{B053FDEB-A230-4C3D-AB28-1996D6638692}" dt="2025-11-17T15:33:16.677" v="28" actId="20577"/>
          <ac:spMkLst>
            <pc:docMk/>
            <pc:sldMk cId="32494612" sldId="336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5:36.933" v="159" actId="1076"/>
        <pc:sldMkLst>
          <pc:docMk/>
          <pc:sldMk cId="3608140810" sldId="339"/>
        </pc:sldMkLst>
        <pc:spChg chg="mod">
          <ac:chgData name="Sarah Beecham" userId="3dff3769-a6f8-4999-99c7-104518196c07" providerId="ADAL" clId="{B053FDEB-A230-4C3D-AB28-1996D6638692}" dt="2025-11-17T15:34:29.583" v="132" actId="20577"/>
          <ac:spMkLst>
            <pc:docMk/>
            <pc:sldMk cId="3608140810" sldId="339"/>
            <ac:spMk id="7" creationId="{F7FEA660-7B39-BC91-3B96-7298CCF66DE1}"/>
          </ac:spMkLst>
        </pc:spChg>
        <pc:spChg chg="mod">
          <ac:chgData name="Sarah Beecham" userId="3dff3769-a6f8-4999-99c7-104518196c07" providerId="ADAL" clId="{B053FDEB-A230-4C3D-AB28-1996D6638692}" dt="2025-11-17T15:35:36.933" v="159" actId="1076"/>
          <ac:spMkLst>
            <pc:docMk/>
            <pc:sldMk cId="3608140810" sldId="339"/>
            <ac:spMk id="8" creationId="{08296624-D625-8A51-63F8-EC461F283B3B}"/>
          </ac:spMkLst>
        </pc:spChg>
        <pc:spChg chg="mod">
          <ac:chgData name="Sarah Beecham" userId="3dff3769-a6f8-4999-99c7-104518196c07" providerId="ADAL" clId="{B053FDEB-A230-4C3D-AB28-1996D6638692}" dt="2025-11-17T15:35:29.123" v="158" actId="1076"/>
          <ac:spMkLst>
            <pc:docMk/>
            <pc:sldMk cId="3608140810" sldId="339"/>
            <ac:spMk id="12" creationId="{F41CBD45-A845-C335-489D-8BB5DDD408DD}"/>
          </ac:spMkLst>
        </pc:spChg>
      </pc:sldChg>
      <pc:sldChg chg="modSp mod">
        <pc:chgData name="Sarah Beecham" userId="3dff3769-a6f8-4999-99c7-104518196c07" providerId="ADAL" clId="{B053FDEB-A230-4C3D-AB28-1996D6638692}" dt="2025-11-17T15:32:31.739" v="8" actId="20577"/>
        <pc:sldMkLst>
          <pc:docMk/>
          <pc:sldMk cId="2723358785" sldId="340"/>
        </pc:sldMkLst>
        <pc:spChg chg="mod">
          <ac:chgData name="Sarah Beecham" userId="3dff3769-a6f8-4999-99c7-104518196c07" providerId="ADAL" clId="{B053FDEB-A230-4C3D-AB28-1996D6638692}" dt="2025-11-17T15:32:31.739" v="8" actId="20577"/>
          <ac:spMkLst>
            <pc:docMk/>
            <pc:sldMk cId="2723358785" sldId="340"/>
            <ac:spMk id="7" creationId="{F7FEA660-7B39-BC91-3B96-7298CCF66DE1}"/>
          </ac:spMkLst>
        </pc:spChg>
      </pc:sldChg>
      <pc:sldChg chg="modSp mod">
        <pc:chgData name="Sarah Beecham" userId="3dff3769-a6f8-4999-99c7-104518196c07" providerId="ADAL" clId="{B053FDEB-A230-4C3D-AB28-1996D6638692}" dt="2025-11-17T15:31:40.436" v="1" actId="20577"/>
        <pc:sldMkLst>
          <pc:docMk/>
          <pc:sldMk cId="2339144795" sldId="341"/>
        </pc:sldMkLst>
        <pc:spChg chg="mod">
          <ac:chgData name="Sarah Beecham" userId="3dff3769-a6f8-4999-99c7-104518196c07" providerId="ADAL" clId="{B053FDEB-A230-4C3D-AB28-1996D6638692}" dt="2025-11-17T15:31:40.436" v="1" actId="20577"/>
          <ac:spMkLst>
            <pc:docMk/>
            <pc:sldMk cId="2339144795" sldId="341"/>
            <ac:spMk id="5" creationId="{A5F0AC96-5BAE-FDAC-4EAC-17779A2B06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98966F2-21A1-4B2B-ADA6-AD0BB447B7C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1468BB-CDF2-4507-B4EF-7B369D307A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FAAC3A-BD1F-4A00-9099-74B95789FE00}" type="datetimeFigureOut">
              <a:rPr lang="en-GB" smtClean="0"/>
              <a:pPr/>
              <a:t>10/12/2025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04BCF7D-6037-48D3-84E5-56B8B055214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19E732-656C-4BB5-ACCB-1568C5C66D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9F51D9-0FEB-436E-9280-D6033F603547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5840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11-23T12:25:27.5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359C8A-39F6-4045-9163-4042C4C26B15}" type="datetimeFigureOut">
              <a:rPr lang="en-GB" smtClean="0"/>
              <a:pPr/>
              <a:t>10/12/2025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370952-48CC-46D7-9FCD-59FAD40CC025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0231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59414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4570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725D4-F833-089C-AC1A-8201660B3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023E7A-AB3C-F38D-B114-ED0AAADD2B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882C3E-9AAF-00B0-6311-607E16C6C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2B2CCA-329D-7293-8102-425D69F2F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370952-48CC-46D7-9FCD-59FAD40CC025}" type="slidenum">
              <a:rPr lang="en-GB" smtClean="0"/>
              <a:pPr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7096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</p:spPr>
        <p:txBody>
          <a:bodyPr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50" name="TextShape 3"/>
          <p:cNvSpPr txBox="1"/>
          <p:nvPr/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>
            <a:noFill/>
          </a:ln>
        </p:spPr>
        <p:txBody>
          <a:bodyPr anchor="b">
            <a:noAutofit/>
          </a:bodyPr>
          <a:lstStyle/>
          <a:p>
            <a:pPr algn="r">
              <a:lnSpc>
                <a:spcPct val="100000"/>
              </a:lnSpc>
            </a:pPr>
            <a:fld id="{677DA20C-D3E3-4F02-A624-D52A93CA4942}" type="slidenum">
              <a:rPr lang="en-GB" sz="1200" b="0" strike="noStrike" spc="-1">
                <a:latin typeface="Times New Roman"/>
              </a:rPr>
              <a:t>8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University of Hertfordshire logo">
            <a:extLst>
              <a:ext uri="{FF2B5EF4-FFF2-40B4-BE49-F238E27FC236}">
                <a16:creationId xmlns:a16="http://schemas.microsoft.com/office/drawing/2014/main" id="{16E4BB13-0D32-AA4A-BF91-2B76A7C1824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44000" y="2854800"/>
            <a:ext cx="6501600" cy="115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81673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54000" y="1890000"/>
            <a:ext cx="10031156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8" name="Picture 7" descr="A picture containing drawing&#10;&#10;Description automatically generated">
            <a:extLst>
              <a:ext uri="{FF2B5EF4-FFF2-40B4-BE49-F238E27FC236}">
                <a16:creationId xmlns:a16="http://schemas.microsoft.com/office/drawing/2014/main" id="{BCCF2CA0-CCE3-4304-8F31-4D1CC50BCB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4000" y="5511600"/>
            <a:ext cx="2242800" cy="397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61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2C6B9F5-608F-4534-96F0-C3A5E1A638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890000"/>
            <a:ext cx="7200000" cy="360000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sz="3600" b="1" kern="3000" spc="-1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0E7B9-9AC6-4E42-A931-6FF91E649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91022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16D645-6420-4785-8316-43EF780FA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91022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rgbClr val="8F9898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E9449821-0D0D-644D-97A3-D56097A9C6D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3999" y="2579715"/>
            <a:ext cx="10031157" cy="2160000"/>
          </a:xfrm>
        </p:spPr>
        <p:txBody>
          <a:bodyPr anchor="t" anchorCtr="0">
            <a:normAutofit/>
          </a:bodyPr>
          <a:lstStyle>
            <a:lvl1pPr algn="l">
              <a:lnSpc>
                <a:spcPts val="8000"/>
              </a:lnSpc>
              <a:defRPr sz="7500" b="1" kern="3000" spc="-2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6EB17-8019-7B4E-B53C-76B057A7C31F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03EF50-F00F-9643-BE53-F0A5272FC4B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53998" y="5517266"/>
            <a:ext cx="2244881" cy="3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207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 and 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FBDFA-876B-4255-A301-F62F1EDD8D6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73668" y="2717444"/>
            <a:ext cx="4903200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6000" y="2717444"/>
            <a:ext cx="4456800" cy="3175200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4pPr>
              <a:defRPr/>
            </a:lvl4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A19DAE-53D8-4F04-A4B9-B6EDFC23886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463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6805" userDrawn="1">
          <p15:clr>
            <a:srgbClr val="FBAE40"/>
          </p15:clr>
        </p15:guide>
        <p15:guide id="3" pos="3989" userDrawn="1">
          <p15:clr>
            <a:srgbClr val="FBAE40"/>
          </p15:clr>
        </p15:guide>
        <p15:guide id="4" pos="3705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2717600"/>
            <a:ext cx="10251722" cy="31752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1322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Lar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E70B5-BA04-4DB3-853D-A1C05ADF82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/>
          <a:p>
            <a:r>
              <a:rPr lang="en-US"/>
              <a:t>Click to add title.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40712-862D-4568-80A4-86117B89676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573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Large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09D4C03-E8B1-644E-949B-F7AF9118183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70139" y="1367692"/>
            <a:ext cx="10251722" cy="4923693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chemeClr val="bg1"/>
                </a:solidFill>
              </a:defRPr>
            </a:lvl1pPr>
            <a:lvl2pPr>
              <a:defRPr lang="en-US" dirty="0" smtClean="0">
                <a:solidFill>
                  <a:schemeClr val="bg1"/>
                </a:solidFill>
              </a:defRPr>
            </a:lvl2pPr>
            <a:lvl3pPr>
              <a:defRPr lang="en-GB" dirty="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Add Text</a:t>
            </a:r>
            <a:endParaRPr lang="en-GB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2EDA17D-AAE6-954F-93C6-90B8D7B80B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54000" y="775255"/>
            <a:ext cx="7361569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title.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062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Image +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F0C709-1F3D-4B13-A290-4041A33FB10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835952" y="2728800"/>
            <a:ext cx="2959200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GB" spc="-100" baseline="0" dirty="0"/>
            </a:lvl4pPr>
            <a:lvl5pPr>
              <a:defRPr spc="-100" baseline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74043F1-6F14-49BD-83CA-12B559ABC10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54088" y="2728913"/>
            <a:ext cx="6400800" cy="4129087"/>
          </a:xfrm>
        </p:spPr>
        <p:txBody>
          <a:bodyPr/>
          <a:lstStyle/>
          <a:p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51C537-0174-43E5-8B81-C80AF1D06831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4113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 + 2 Imag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AFE49-0143-472F-897B-A7DAB87AB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A8C9C5-E913-47B9-82DE-196768E6D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558F66-ECA3-4B00-A383-8D2B8621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39FCF96-B7D6-4CCD-A4AE-46A67249D3BD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41F3B7A-B2BF-40FC-8EB2-F1C37D3164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3999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75B7A667-B99F-7A41-AAC3-ED24B9B1D92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278804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3C1FF47-695D-B348-AF37-1ADF5736FA9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613975" y="2728800"/>
            <a:ext cx="2959199" cy="3164000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GB" dirty="0"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 b="0"/>
              <a:t>Add Text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60471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07C322-846C-9045-AD91-A93C82FC5AA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920352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ide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ABCF9A5-761F-434B-BBB5-D788CB1E79D8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140400" y="140400"/>
            <a:ext cx="11916000" cy="6580800"/>
          </a:xfrm>
          <a:solidFill>
            <a:schemeClr val="bg1"/>
          </a:solidFill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28098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cons and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B6D5D-0892-4B4E-86D9-894852B12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7428FC-C061-4730-9EA5-A52A00413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0AA271-B0BA-42CD-A544-17AAB1FA2EEA}"/>
              </a:ext>
            </a:extLst>
          </p:cNvPr>
          <p:cNvSpPr/>
          <p:nvPr userDrawn="1"/>
        </p:nvSpPr>
        <p:spPr>
          <a:xfrm>
            <a:off x="0" y="0"/>
            <a:ext cx="12192000" cy="140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699880E3-4DE3-A642-9738-DF49DDCC9AC5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970139" y="4079342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>
              <a:defRPr lang="en-US" b="0" dirty="0" smtClean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lvl="0"/>
            <a:r>
              <a:rPr lang="en-GB"/>
              <a:t>Add Text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37D495-D835-8E4B-A177-5E12F893DDCA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8077200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  <a:endParaRPr lang="en-GB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A6804C7E-983C-9246-90C0-AF8A0CE2CA84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4523669" y="4062209"/>
            <a:ext cx="3144661" cy="2252134"/>
          </a:xfrm>
        </p:spPr>
        <p:txBody>
          <a:bodyPr vert="horz" lIns="0" tIns="0" rIns="0" bIns="0" rtlCol="0">
            <a:noAutofit/>
          </a:bodyPr>
          <a:lstStyle>
            <a:lvl1pPr marL="0" marR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 lang="en-US" b="0">
                <a:solidFill>
                  <a:srgbClr val="203232"/>
                </a:solidFill>
              </a:defRPr>
            </a:lvl1pPr>
            <a:lvl2pPr>
              <a:defRPr lang="en-US" dirty="0" smtClean="0"/>
            </a:lvl2pPr>
            <a:lvl3pPr>
              <a:defRPr lang="en-GB" dirty="0"/>
            </a:lvl3pPr>
            <a:lvl5pPr>
              <a:defRPr>
                <a:solidFill>
                  <a:schemeClr val="accent4"/>
                </a:solidFill>
              </a:defRPr>
            </a:lvl5pPr>
          </a:lstStyle>
          <a:p>
            <a:pPr marL="0" marR="0" lvl="0" indent="0" algn="l" defTabSz="914400" rtl="0" eaLnBrk="1" fontAlgn="auto" latinLnBrk="0" hangingPunct="1">
              <a:lnSpc>
                <a:spcPts val="2880"/>
              </a:lnSpc>
              <a:spcBef>
                <a:spcPts val="0"/>
              </a:spcBef>
              <a:spcAft>
                <a:spcPts val="992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Add </a:t>
            </a:r>
            <a:r>
              <a:rPr lang="en-US"/>
              <a:t>Text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4410427-8F1D-7541-9C05-AFDD3531678D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6217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0" name="Picture Placeholder 7">
            <a:extLst>
              <a:ext uri="{FF2B5EF4-FFF2-40B4-BE49-F238E27FC236}">
                <a16:creationId xmlns:a16="http://schemas.microsoft.com/office/drawing/2014/main" id="{8B7D5964-7A97-5742-8717-CCB747F84A0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015705" y="1640942"/>
            <a:ext cx="2160587" cy="2160588"/>
          </a:xfrm>
        </p:spPr>
        <p:txBody>
          <a:bodyPr/>
          <a:lstStyle/>
          <a:p>
            <a:endParaRPr lang="en-US"/>
          </a:p>
        </p:txBody>
      </p:sp>
      <p:sp>
        <p:nvSpPr>
          <p:cNvPr id="21" name="Picture Placeholder 7">
            <a:extLst>
              <a:ext uri="{FF2B5EF4-FFF2-40B4-BE49-F238E27FC236}">
                <a16:creationId xmlns:a16="http://schemas.microsoft.com/office/drawing/2014/main" id="{344933FE-A401-A841-9AC3-B75285AA32D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569236" y="1640942"/>
            <a:ext cx="2160587" cy="21605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631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E2CE188-32E7-4242-9E44-E8055FC030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54002" y="5511600"/>
            <a:ext cx="2242795" cy="39795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381B53D-9933-445F-9B68-E730EB38A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26844" y="1964352"/>
            <a:ext cx="11828559" cy="1051570"/>
          </a:xfrm>
        </p:spPr>
        <p:txBody>
          <a:bodyPr vert="horz" wrap="none" lIns="0" tIns="0" rIns="0" bIns="0" rtlCol="0" anchor="t" anchorCtr="0">
            <a:noAutofit/>
          </a:bodyPr>
          <a:lstStyle>
            <a:lvl1pPr>
              <a:lnSpc>
                <a:spcPct val="100000"/>
              </a:lnSpc>
              <a:defRPr lang="en-GB" sz="7386" spc="-300" baseline="0" dirty="0">
                <a:solidFill>
                  <a:schemeClr val="bg1"/>
                </a:solidFill>
              </a:defRPr>
            </a:lvl1pPr>
          </a:lstStyle>
          <a:p>
            <a:pPr lvl="0">
              <a:lnSpc>
                <a:spcPts val="8186"/>
              </a:lnSpc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2BE80A-BFEC-E24A-B510-73A571F1F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779733"/>
            <a:ext cx="7176911" cy="230832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  <a:endParaRPr lang="en-GB">
              <a:solidFill>
                <a:schemeClr val="bg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5B25B4-144A-5B4A-8EAD-2022412DF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6400" y="779733"/>
            <a:ext cx="622800" cy="230832"/>
          </a:xfrm>
        </p:spPr>
        <p:txBody>
          <a:bodyPr wrap="square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21701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0370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1A62CF-E2B4-496D-829D-DCE372609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4000" y="1890000"/>
            <a:ext cx="10279150" cy="36512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84EF4-0E07-4BF3-A4AB-3E8632AA7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139" y="2717600"/>
            <a:ext cx="10279150" cy="31752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 b="1"/>
              <a:t>Fifth level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527A5D-B761-4C2F-97E6-5D8254424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70139" y="775255"/>
            <a:ext cx="7176911" cy="230832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PRESENTATION TITLE (ADD VIA INSERT, HEADER &amp; FOOTER)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661B1-4E4B-4F85-ACA3-C34023D70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1333" y="783355"/>
            <a:ext cx="1400528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r">
              <a:defRPr sz="15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D355CA-84B7-41B1-B164-8BB439CC7C6B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F66473-D61A-8C09-764F-0BE55E6CDCF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xmlns="" val="hdr"/>
              </p:ext>
            </p:extLst>
          </p:nvPr>
        </p:nvSpPr>
        <p:spPr>
          <a:xfrm>
            <a:off x="63500" y="63500"/>
            <a:ext cx="1468438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12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Classification: Private</a:t>
            </a:r>
          </a:p>
        </p:txBody>
      </p:sp>
    </p:spTree>
    <p:extLst>
      <p:ext uri="{BB962C8B-B14F-4D97-AF65-F5344CB8AC3E}">
        <p14:creationId xmlns:p14="http://schemas.microsoft.com/office/powerpoint/2010/main" val="1619008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63" r:id="rId2"/>
    <p:sldLayoutId id="2147483677" r:id="rId3"/>
    <p:sldLayoutId id="2147483652" r:id="rId4"/>
    <p:sldLayoutId id="2147483682" r:id="rId5"/>
    <p:sldLayoutId id="2147483721" r:id="rId6"/>
    <p:sldLayoutId id="2147483722" r:id="rId7"/>
    <p:sldLayoutId id="2147483684" r:id="rId8"/>
    <p:sldLayoutId id="2147483685" r:id="rId9"/>
    <p:sldLayoutId id="2147483686" r:id="rId10"/>
    <p:sldLayoutId id="2147483723" r:id="rId11"/>
    <p:sldLayoutId id="2147483706" r:id="rId12"/>
    <p:sldLayoutId id="2147483697" r:id="rId13"/>
    <p:sldLayoutId id="2147483724" r:id="rId14"/>
  </p:sldLayoutIdLst>
  <p:hf hdr="0" dt="0"/>
  <p:txStyles>
    <p:titleStyle>
      <a:lvl1pPr algn="l" defTabSz="914400" rtl="0" eaLnBrk="1" latinLnBrk="0" hangingPunct="1">
        <a:lnSpc>
          <a:spcPts val="3600"/>
        </a:lnSpc>
        <a:spcBef>
          <a:spcPct val="0"/>
        </a:spcBef>
        <a:buNone/>
        <a:defRPr sz="3600" b="1" kern="2000" spc="-100" baseline="0">
          <a:solidFill>
            <a:srgbClr val="20323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b="1" kern="2000" spc="-100" baseline="0">
          <a:solidFill>
            <a:srgbClr val="203232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None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ts val="2880"/>
        </a:lnSpc>
        <a:spcBef>
          <a:spcPts val="0"/>
        </a:spcBef>
        <a:spcAft>
          <a:spcPts val="992"/>
        </a:spcAft>
        <a:buFont typeface="Arial" panose="020B0604020202020204" pitchFamily="34" charset="0"/>
        <a:buChar char="■"/>
        <a:defRPr sz="2400" kern="2000" spc="-100" baseline="0">
          <a:solidFill>
            <a:srgbClr val="203232"/>
          </a:solidFill>
          <a:latin typeface="+mn-lt"/>
          <a:ea typeface="+mn-ea"/>
          <a:cs typeface="+mn-cs"/>
        </a:defRPr>
      </a:lvl3pPr>
      <a:lvl4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kern="1200">
          <a:solidFill>
            <a:srgbClr val="203232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ts val="2160"/>
        </a:lnSpc>
        <a:spcBef>
          <a:spcPts val="0"/>
        </a:spcBef>
        <a:buFont typeface="Arial" panose="020B0604020202020204" pitchFamily="34" charset="0"/>
        <a:buNone/>
        <a:defRPr sz="1800" b="1" kern="1200">
          <a:solidFill>
            <a:srgbClr val="20323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4" pos="604" userDrawn="1">
          <p15:clr>
            <a:srgbClr val="F26B43"/>
          </p15:clr>
        </p15:guide>
        <p15:guide id="5" pos="7076" userDrawn="1">
          <p15:clr>
            <a:srgbClr val="F26B43"/>
          </p15:clr>
        </p15:guide>
        <p15:guide id="6" orient="horz" pos="2160" userDrawn="1">
          <p15:clr>
            <a:srgbClr val="F26B43"/>
          </p15:clr>
        </p15:guide>
        <p15:guide id="7" orient="horz" userDrawn="1">
          <p15:clr>
            <a:srgbClr val="F26B43"/>
          </p15:clr>
        </p15:guide>
        <p15:guide id="8" orient="horz" pos="604" userDrawn="1">
          <p15:clr>
            <a:srgbClr val="F26B43"/>
          </p15:clr>
        </p15:guide>
        <p15:guide id="10" orient="horz" pos="3712" userDrawn="1">
          <p15:clr>
            <a:srgbClr val="F26B43"/>
          </p15:clr>
        </p15:guide>
        <p15:guide id="11" orient="horz" pos="11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0AEE4-CC66-FE42-B0C3-2CC7AFD37D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Visualization and Analysis – </a:t>
            </a:r>
            <a:br>
              <a:rPr lang="en-US" dirty="0"/>
            </a:br>
            <a:r>
              <a:rPr lang="en-US" sz="4000" dirty="0"/>
              <a:t>Tutorial Presentation for Feedback</a:t>
            </a:r>
            <a:br>
              <a:rPr lang="en-US" sz="4000" dirty="0"/>
            </a:br>
            <a:r>
              <a:rPr lang="en-US" sz="2200" dirty="0"/>
              <a:t>Date: </a:t>
            </a:r>
            <a:r>
              <a:rPr lang="en-US" sz="2200" dirty="0" smtClean="0"/>
              <a:t>01/12/2025</a:t>
            </a:r>
            <a:r>
              <a:rPr lang="en-US" sz="8000" dirty="0"/>
              <a:t/>
            </a:r>
            <a:br>
              <a:rPr lang="en-US" sz="8000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75DA97-5166-7F4B-BC83-F50AC8BEDC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sz="2000" dirty="0"/>
              <a:t>Group Id:      </a:t>
            </a:r>
            <a:r>
              <a:rPr lang="en-US" sz="2000" dirty="0" smtClean="0"/>
              <a:t> A154                                   Name </a:t>
            </a:r>
            <a:r>
              <a:rPr lang="en-US" sz="2000" dirty="0"/>
              <a:t>of Student </a:t>
            </a:r>
            <a:r>
              <a:rPr lang="en-US" sz="2000" dirty="0" smtClean="0"/>
              <a:t>Presenting:</a:t>
            </a:r>
            <a:r>
              <a:rPr lang="en-GB" sz="2000" dirty="0" err="1"/>
              <a:t>Pranavi</a:t>
            </a:r>
            <a:r>
              <a:rPr lang="en-GB" sz="2000" dirty="0"/>
              <a:t> </a:t>
            </a:r>
            <a:r>
              <a:rPr lang="en-GB" sz="2000" dirty="0" err="1"/>
              <a:t>kondamadugula</a:t>
            </a:r>
            <a:r>
              <a:rPr lang="en-GB" sz="2000" dirty="0"/>
              <a:t> </a:t>
            </a:r>
            <a:endParaRPr lang="en-US" sz="2400" dirty="0"/>
          </a:p>
          <a:p>
            <a:endParaRPr lang="en-US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7F4D14-5620-EC41-A86C-6CC3CFD69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9" y="274320"/>
            <a:ext cx="10455567" cy="1685109"/>
          </a:xfrm>
        </p:spPr>
        <p:txBody>
          <a:bodyPr/>
          <a:lstStyle/>
          <a:p>
            <a:r>
              <a:rPr lang="en-GB" dirty="0"/>
              <a:t>7COM1079-2025  Student Group No</a:t>
            </a:r>
            <a:r>
              <a:rPr lang="en-GB" dirty="0" smtClean="0"/>
              <a:t>: A154                    </a:t>
            </a:r>
            <a:r>
              <a:rPr lang="en-GB" dirty="0"/>
              <a:t>Names of Student </a:t>
            </a:r>
            <a:r>
              <a:rPr lang="en-GB" dirty="0" smtClean="0"/>
              <a:t>Attendees:		</a:t>
            </a:r>
          </a:p>
          <a:p>
            <a:r>
              <a:rPr lang="en-GB" dirty="0" smtClean="0"/>
              <a:t>				                   1.Pranavi </a:t>
            </a:r>
            <a:r>
              <a:rPr lang="en-GB" dirty="0" err="1"/>
              <a:t>kondamadugula</a:t>
            </a:r>
            <a:r>
              <a:rPr lang="en-GB" dirty="0"/>
              <a:t>     </a:t>
            </a:r>
            <a:r>
              <a:rPr lang="en-GB" dirty="0" smtClean="0"/>
              <a:t> 24082682</a:t>
            </a:r>
            <a:endParaRPr lang="en-GB" dirty="0"/>
          </a:p>
          <a:p>
            <a:r>
              <a:rPr lang="en-GB" dirty="0"/>
              <a:t>				          	</a:t>
            </a:r>
            <a:r>
              <a:rPr lang="en-GB" dirty="0" smtClean="0"/>
              <a:t>  2.Anuhya </a:t>
            </a:r>
            <a:r>
              <a:rPr lang="en-GB" dirty="0" err="1"/>
              <a:t>Vankaraboina</a:t>
            </a:r>
            <a:r>
              <a:rPr lang="en-GB" dirty="0"/>
              <a:t>        </a:t>
            </a:r>
            <a:r>
              <a:rPr lang="en-GB" dirty="0" smtClean="0"/>
              <a:t> 24143924</a:t>
            </a:r>
            <a:endParaRPr lang="en-GB" dirty="0"/>
          </a:p>
          <a:p>
            <a:r>
              <a:rPr lang="en-GB" dirty="0"/>
              <a:t>			                         	</a:t>
            </a:r>
            <a:r>
              <a:rPr lang="en-GB" dirty="0" smtClean="0"/>
              <a:t>  3.Sri </a:t>
            </a:r>
            <a:r>
              <a:rPr lang="en-GB" dirty="0" err="1"/>
              <a:t>Varsha</a:t>
            </a:r>
            <a:r>
              <a:rPr lang="en-GB" dirty="0"/>
              <a:t> </a:t>
            </a:r>
            <a:r>
              <a:rPr lang="en-GB" dirty="0" err="1"/>
              <a:t>Goud</a:t>
            </a:r>
            <a:r>
              <a:rPr lang="en-GB" dirty="0"/>
              <a:t> </a:t>
            </a:r>
            <a:r>
              <a:rPr lang="en-GB" dirty="0" err="1"/>
              <a:t>Shabad</a:t>
            </a:r>
            <a:r>
              <a:rPr lang="en-GB" dirty="0"/>
              <a:t>   </a:t>
            </a:r>
            <a:r>
              <a:rPr lang="en-GB" dirty="0" smtClean="0"/>
              <a:t> 24083241</a:t>
            </a:r>
            <a:endParaRPr lang="en-GB" dirty="0"/>
          </a:p>
          <a:p>
            <a:r>
              <a:rPr lang="en-GB" dirty="0"/>
              <a:t>				          	</a:t>
            </a:r>
            <a:r>
              <a:rPr lang="en-GB" dirty="0" smtClean="0"/>
              <a:t>  4.Indrasenareddy </a:t>
            </a:r>
            <a:r>
              <a:rPr lang="en-GB" dirty="0" err="1"/>
              <a:t>kallem</a:t>
            </a:r>
            <a:r>
              <a:rPr lang="en-GB" dirty="0"/>
              <a:t>     </a:t>
            </a:r>
            <a:r>
              <a:rPr lang="en-GB" dirty="0" smtClean="0"/>
              <a:t>  </a:t>
            </a:r>
            <a:r>
              <a:rPr lang="en-GB" dirty="0"/>
              <a:t>24077224</a:t>
            </a:r>
          </a:p>
          <a:p>
            <a:r>
              <a:rPr lang="en-GB" dirty="0"/>
              <a:t>                                                                                	</a:t>
            </a:r>
            <a:r>
              <a:rPr lang="en-GB" dirty="0" smtClean="0"/>
              <a:t>  5.Sai </a:t>
            </a:r>
            <a:r>
              <a:rPr lang="en-GB" dirty="0" err="1"/>
              <a:t>Rohith</a:t>
            </a:r>
            <a:r>
              <a:rPr lang="en-GB" dirty="0"/>
              <a:t> </a:t>
            </a:r>
            <a:r>
              <a:rPr lang="en-GB" dirty="0" err="1"/>
              <a:t>kadambari</a:t>
            </a:r>
            <a:r>
              <a:rPr lang="en-GB" dirty="0"/>
              <a:t>      </a:t>
            </a:r>
            <a:r>
              <a:rPr lang="en-GB" dirty="0" smtClean="0"/>
              <a:t>   </a:t>
            </a:r>
            <a:r>
              <a:rPr lang="en-GB" dirty="0"/>
              <a:t>23098909 </a:t>
            </a:r>
          </a:p>
          <a:p>
            <a:r>
              <a:rPr lang="en-GB" dirty="0" smtClean="0"/>
              <a:t> 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584311-58F1-BD4D-8FED-50D72C3DE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85325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1262B9-84B0-C1A5-543C-8FA0F2459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200" y="1355611"/>
            <a:ext cx="7200000" cy="360000"/>
          </a:xfrm>
        </p:spPr>
        <p:txBody>
          <a:bodyPr/>
          <a:lstStyle/>
          <a:p>
            <a:r>
              <a:rPr lang="en-US"/>
              <a:t>Part 1: VISUALISATION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8750A5-C5AD-CEC8-7CD5-C4412264C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PRESENTATION TITLE (ADD VIA INSERT,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0B5058-8385-6382-3B48-5ADE78EDF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2</a:t>
            </a:fld>
            <a:endParaRPr lang="en-GB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F0AC96-5BAE-FDAC-4EAC-17779A2B06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2201" y="1715611"/>
            <a:ext cx="10683742" cy="2359086"/>
          </a:xfrm>
        </p:spPr>
        <p:txBody>
          <a:bodyPr>
            <a:noAutofit/>
          </a:bodyPr>
          <a:lstStyle/>
          <a:p>
            <a:pPr>
              <a:lnSpc>
                <a:spcPts val="6000"/>
              </a:lnSpc>
            </a:pPr>
            <a:endParaRPr lang="en-GB" sz="3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91447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9D8228-727F-1E46-B5AD-91D158B82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8" y="1080637"/>
            <a:ext cx="10110240" cy="588024"/>
          </a:xfrm>
        </p:spPr>
        <p:txBody>
          <a:bodyPr/>
          <a:lstStyle/>
          <a:p>
            <a:r>
              <a:rPr lang="en-US" sz="2400" b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are using the dataset DS289 (flight_data_DEL_HYD.csv) to answer our Research Question  “</a:t>
            </a:r>
            <a:r>
              <a:rPr lang="en-IE" sz="2400" b="0" dirty="0">
                <a:solidFill>
                  <a:schemeClr val="tx1"/>
                </a:solidFill>
                <a:latin typeface="Calibri"/>
                <a:ea typeface="Calibri" panose="020F0502020204030204" pitchFamily="34" charset="0"/>
                <a:cs typeface="Times New Roman"/>
              </a:rPr>
              <a:t>Is there a difference in the mean of  prices between  flights arriving in Hyderabad and Delhi?</a:t>
            </a:r>
            <a:r>
              <a:rPr lang="en-US" sz="2400" b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” </a:t>
            </a:r>
            <a:endParaRPr lang="en-US" sz="2400" baseline="300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/>
            </a:r>
            <a:br>
              <a:rPr lang="en-US" sz="2400" b="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US" sz="2400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0EBC183-8AA5-EC44-9987-D65F5C18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65288" y="791022"/>
            <a:ext cx="9129687" cy="230832"/>
          </a:xfrm>
        </p:spPr>
        <p:txBody>
          <a:bodyPr/>
          <a:lstStyle/>
          <a:p>
            <a:r>
              <a:rPr lang="en-GB" dirty="0"/>
              <a:t>7COM1079-2025  Student Group No:                    Names of Student Group Attendees: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D9611-42EE-7840-81EE-DD6B1A99C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FDD890-F323-BC39-8E76-43B2265D0104}"/>
              </a:ext>
            </a:extLst>
          </p:cNvPr>
          <p:cNvSpPr txBox="1"/>
          <p:nvPr/>
        </p:nvSpPr>
        <p:spPr>
          <a:xfrm>
            <a:off x="795130" y="2199860"/>
            <a:ext cx="410154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 </a:t>
            </a:r>
            <a:r>
              <a:rPr lang="en-GB" sz="2400" dirty="0">
                <a:latin typeface="Calibri"/>
                <a:cs typeface="Calibri"/>
              </a:rPr>
              <a:t>“the dataset has 59rows and the variables we use are Price(dependent variable3) and </a:t>
            </a:r>
            <a:r>
              <a:rPr lang="en-GB" sz="2400" dirty="0" err="1">
                <a:latin typeface="Calibri"/>
                <a:cs typeface="Calibri"/>
              </a:rPr>
              <a:t>ArrivingCity</a:t>
            </a:r>
            <a:r>
              <a:rPr lang="en-GB" sz="2400" dirty="0">
                <a:latin typeface="Calibri"/>
                <a:cs typeface="Calibri"/>
              </a:rPr>
              <a:t> (independent variable4).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14:cNvPr>
              <p14:cNvContentPartPr/>
              <p14:nvPr/>
            </p14:nvContentPartPr>
            <p14:xfrm>
              <a:off x="11548041" y="2705494"/>
              <a:ext cx="360" cy="36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F4A00DAC-98CC-1D9A-E4A4-B99AD3FBA82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530041" y="2687494"/>
                <a:ext cx="36000" cy="36000"/>
              </a:xfrm>
              <a:prstGeom prst="rect">
                <a:avLst/>
              </a:prstGeom>
            </p:spPr>
          </p:pic>
        </mc:Fallback>
      </mc:AlternateContent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174ADF1-9076-4B41-8EBE-E2A8E1BB8369}"/>
              </a:ext>
            </a:extLst>
          </p:cNvPr>
          <p:cNvCxnSpPr>
            <a:cxnSpLocks/>
          </p:cNvCxnSpPr>
          <p:nvPr/>
        </p:nvCxnSpPr>
        <p:spPr>
          <a:xfrm>
            <a:off x="4638261" y="3624470"/>
            <a:ext cx="404191" cy="0"/>
          </a:xfrm>
          <a:prstGeom prst="straightConnector1">
            <a:avLst/>
          </a:prstGeom>
          <a:ln w="3810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1F4FE2C-BA31-4014-64AF-D34C3AF65D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5339" y="2352964"/>
            <a:ext cx="6765236" cy="18289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004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4D431B-7665-75B0-2D73-5BD588DCB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 7COM1079-2022  Student Group No:  ?????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FA15-B17F-387B-E383-5505647AB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4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08296624-D625-8A51-63F8-EC461F283B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353630"/>
            <a:ext cx="10273911" cy="668224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dirty="0"/>
              <a:t>Comparison of means/medians</a:t>
            </a:r>
            <a:r>
              <a:rPr lang="en-GB" b="0" dirty="0"/>
              <a:t>: Boxplot</a:t>
            </a:r>
            <a:endParaRPr lang="en-GB" b="0" i="1" dirty="0"/>
          </a:p>
        </p:txBody>
      </p:sp>
      <p:pic>
        <p:nvPicPr>
          <p:cNvPr id="5" name="Picture 4" descr="A graph with a number of lines and numbers&#10;&#10;AI-generated content may be incorrect.">
            <a:extLst>
              <a:ext uri="{FF2B5EF4-FFF2-40B4-BE49-F238E27FC236}">
                <a16:creationId xmlns:a16="http://schemas.microsoft.com/office/drawing/2014/main" id="{F5259875-735D-27EE-2E46-AE6C4B59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948" y="1107932"/>
            <a:ext cx="4941013" cy="4959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358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7EC0-D579-4B10-FABC-E724A74F3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B4F935C-2079-09E7-6EB9-7B425402F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 7COM1079-2022  Student Group No:  ?????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CC49E-2CDC-64A5-5E10-C8496AEB8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5</a:t>
            </a:fld>
            <a:endParaRPr lang="en-GB"/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43547270-ED84-2AF3-6C36-26638C5BBC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5289" y="353630"/>
            <a:ext cx="10273911" cy="668224"/>
          </a:xfrm>
          <a:solidFill>
            <a:schemeClr val="bg2"/>
          </a:solidFill>
        </p:spPr>
        <p:txBody>
          <a:bodyPr/>
          <a:lstStyle/>
          <a:p>
            <a:pPr>
              <a:lnSpc>
                <a:spcPct val="100000"/>
              </a:lnSpc>
            </a:pPr>
            <a:r>
              <a:rPr lang="en-GB" dirty="0"/>
              <a:t>Comparison of means/</a:t>
            </a:r>
            <a:r>
              <a:rPr lang="en-GB" dirty="0" err="1"/>
              <a:t>medians</a:t>
            </a:r>
            <a:r>
              <a:rPr lang="en-GB" b="0" dirty="0" err="1"/>
              <a:t>:Histogram</a:t>
            </a:r>
            <a:endParaRPr lang="en-GB" b="0" i="1" dirty="0"/>
          </a:p>
        </p:txBody>
      </p:sp>
      <p:pic>
        <p:nvPicPr>
          <p:cNvPr id="5" name="Picture 4" descr="A graph of flight tickets&#10;&#10;AI-generated content may be incorrect.">
            <a:extLst>
              <a:ext uri="{FF2B5EF4-FFF2-40B4-BE49-F238E27FC236}">
                <a16:creationId xmlns:a16="http://schemas.microsoft.com/office/drawing/2014/main" id="{AA385378-25C6-EB44-1AC4-F9D6433A77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2921" y="991302"/>
            <a:ext cx="4863548" cy="4875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0728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A3BCDAA3-A3AD-A880-5E9C-0E1ABBC0A4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54000" y="1698171"/>
            <a:ext cx="10285200" cy="551829"/>
          </a:xfrm>
        </p:spPr>
        <p:txBody>
          <a:bodyPr/>
          <a:lstStyle/>
          <a:p>
            <a:r>
              <a:rPr lang="en-US"/>
              <a:t>Part 2: Analysis (building on your Visualizations)</a:t>
            </a:r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87CE03-B588-8643-02BA-1E1B72567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PRESENTATION TITLE (ADD VIA INSERT, HEADER &amp; FOOTER)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3BD585-11D8-30FD-4A30-9F1639F0D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355CA-84B7-41B1-B164-8BB439CC7C6B}" type="slidenum">
              <a:rPr lang="en-GB" smtClean="0"/>
              <a:pPr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3211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CustomShap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5" name="CustomShape 2"/>
          <p:cNvSpPr/>
          <p:nvPr/>
        </p:nvSpPr>
        <p:spPr>
          <a:xfrm rot="10800000" flipH="1">
            <a:off x="360" y="360"/>
            <a:ext cx="12191760" cy="1575720"/>
          </a:xfrm>
          <a:prstGeom prst="rect">
            <a:avLst/>
          </a:prstGeom>
          <a:gradFill rotWithShape="0">
            <a:gsLst>
              <a:gs pos="0">
                <a:srgbClr val="000000">
                  <a:alpha val="96078"/>
                </a:srgbClr>
              </a:gs>
              <a:gs pos="100000">
                <a:srgbClr val="77418E"/>
              </a:gs>
            </a:gsLst>
            <a:lin ang="156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6" name="CustomShape 3"/>
          <p:cNvSpPr/>
          <p:nvPr/>
        </p:nvSpPr>
        <p:spPr>
          <a:xfrm>
            <a:off x="0" y="0"/>
            <a:ext cx="8128440" cy="1575000"/>
          </a:xfrm>
          <a:prstGeom prst="rect">
            <a:avLst/>
          </a:prstGeom>
          <a:gradFill rotWithShape="0">
            <a:gsLst>
              <a:gs pos="26000">
                <a:srgbClr val="C49FD3">
                  <a:alpha val="0"/>
                </a:srgbClr>
              </a:gs>
              <a:gs pos="100000">
                <a:srgbClr val="9C5FB5">
                  <a:alpha val="41176"/>
                </a:srgbClr>
              </a:gs>
            </a:gsLst>
            <a:lin ang="192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7" name="CustomShape 4"/>
          <p:cNvSpPr/>
          <p:nvPr/>
        </p:nvSpPr>
        <p:spPr>
          <a:xfrm flipH="1">
            <a:off x="0" y="0"/>
            <a:ext cx="12191760" cy="1573920"/>
          </a:xfrm>
          <a:prstGeom prst="rect">
            <a:avLst/>
          </a:prstGeom>
          <a:gradFill rotWithShape="0">
            <a:gsLst>
              <a:gs pos="22000">
                <a:srgbClr val="9C5FB5">
                  <a:alpha val="15294"/>
                </a:srgbClr>
              </a:gs>
              <a:gs pos="100000">
                <a:srgbClr val="000000">
                  <a:alpha val="63137"/>
                </a:srgbClr>
              </a:gs>
            </a:gsLst>
            <a:lin ang="60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GB"/>
          </a:p>
        </p:txBody>
      </p:sp>
      <p:sp>
        <p:nvSpPr>
          <p:cNvPr id="108" name="TextShape 5"/>
          <p:cNvSpPr txBox="1"/>
          <p:nvPr/>
        </p:nvSpPr>
        <p:spPr>
          <a:xfrm>
            <a:off x="290880" y="158400"/>
            <a:ext cx="7063200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2400" b="0" strike="noStrike" spc="-202">
                <a:solidFill>
                  <a:srgbClr val="FFFFFF"/>
                </a:solidFill>
                <a:latin typeface="Arial"/>
              </a:rPr>
              <a:t> </a:t>
            </a:r>
            <a:r>
              <a:t/>
            </a:r>
            <a:br/>
            <a:r>
              <a:t/>
            </a:r>
            <a:br/>
            <a:endParaRPr lang="en-US" sz="2400" b="0" strike="noStrike" spc="-1">
              <a:solidFill>
                <a:srgbClr val="203232"/>
              </a:solidFill>
              <a:latin typeface="Arial"/>
            </a:endParaRPr>
          </a:p>
        </p:txBody>
      </p:sp>
      <p:sp>
        <p:nvSpPr>
          <p:cNvPr id="109" name="TextShape 6"/>
          <p:cNvSpPr txBox="1"/>
          <p:nvPr/>
        </p:nvSpPr>
        <p:spPr>
          <a:xfrm>
            <a:off x="7354080" y="203882"/>
            <a:ext cx="4705437" cy="1158840"/>
          </a:xfrm>
          <a:prstGeom prst="rect">
            <a:avLst/>
          </a:prstGeom>
          <a:noFill/>
          <a:ln>
            <a:noFill/>
          </a:ln>
        </p:spPr>
        <p:txBody>
          <a:bodyPr anchor="ctr">
            <a:noAutofit/>
          </a:bodyPr>
          <a:lstStyle/>
          <a:p>
            <a:pPr>
              <a:lnSpc>
                <a:spcPts val="288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000" b="1" strike="noStrike" spc="-100">
                <a:solidFill>
                  <a:srgbClr val="FFFFFF"/>
                </a:solidFill>
                <a:latin typeface="Arial"/>
              </a:rPr>
              <a:t>Our RQ asks about Differences in means/ medians </a:t>
            </a:r>
            <a:endParaRPr lang="en-US" sz="3000" b="1" strike="noStrike" spc="-1">
              <a:latin typeface="Arial"/>
            </a:endParaRPr>
          </a:p>
        </p:txBody>
      </p:sp>
      <p:sp>
        <p:nvSpPr>
          <p:cNvPr id="110" name="TextShape 7"/>
          <p:cNvSpPr txBox="1"/>
          <p:nvPr/>
        </p:nvSpPr>
        <p:spPr>
          <a:xfrm>
            <a:off x="11704320" y="6455520"/>
            <a:ext cx="447840" cy="364680"/>
          </a:xfrm>
          <a:prstGeom prst="rect">
            <a:avLst/>
          </a:prstGeom>
          <a:noFill/>
          <a:ln>
            <a:noFill/>
          </a:ln>
        </p:spPr>
        <p:txBody>
          <a:bodyPr anchor="ctr">
            <a:normAutofit/>
          </a:bodyPr>
          <a:lstStyle/>
          <a:p>
            <a:pPr algn="r">
              <a:lnSpc>
                <a:spcPct val="100000"/>
              </a:lnSpc>
              <a:spcAft>
                <a:spcPts val="601"/>
              </a:spcAft>
            </a:pPr>
            <a:fld id="{29CEFF96-2F62-4B45-8A43-FC60A0A96C7C}" type="slidenum">
              <a:rPr lang="en-US" sz="1100" b="1" strike="noStrike" spc="-1">
                <a:solidFill>
                  <a:srgbClr val="7DABAB"/>
                </a:solidFill>
                <a:latin typeface="Arial"/>
              </a:rPr>
              <a:t>7</a:t>
            </a:fld>
            <a:endParaRPr lang="en-US" sz="1100" b="0" strike="noStrike" spc="-1">
              <a:latin typeface="Times New Roman"/>
            </a:endParaRPr>
          </a:p>
        </p:txBody>
      </p:sp>
      <p:sp>
        <p:nvSpPr>
          <p:cNvPr id="111" name="CustomShape 8"/>
          <p:cNvSpPr/>
          <p:nvPr/>
        </p:nvSpPr>
        <p:spPr>
          <a:xfrm>
            <a:off x="366120" y="197640"/>
            <a:ext cx="6988320" cy="11876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Here is a </a:t>
            </a:r>
            <a:r>
              <a:rPr lang="en-GB" sz="2400" b="1" strike="noStrike" spc="-1" dirty="0">
                <a:solidFill>
                  <a:srgbClr val="FFFFFF"/>
                </a:solidFill>
                <a:latin typeface="Arial"/>
              </a:rPr>
              <a:t>Histogram </a:t>
            </a:r>
            <a:r>
              <a:rPr lang="en-GB" sz="2400" b="0" strike="noStrike" spc="-1" dirty="0">
                <a:solidFill>
                  <a:srgbClr val="FFFFFF"/>
                </a:solidFill>
                <a:latin typeface="Arial"/>
              </a:rPr>
              <a:t>showing the frequencies of our dependent variable to include the normal curve overlay (shown in blue)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.</a:t>
            </a:r>
            <a:endParaRPr lang="en-US" sz="1800" b="0" strike="noStrike" spc="-1" dirty="0">
              <a:latin typeface="Arial"/>
            </a:endParaRPr>
          </a:p>
        </p:txBody>
      </p:sp>
      <p:sp>
        <p:nvSpPr>
          <p:cNvPr id="112" name="CustomShape 9"/>
          <p:cNvSpPr/>
          <p:nvPr/>
        </p:nvSpPr>
        <p:spPr>
          <a:xfrm>
            <a:off x="290880" y="1645921"/>
            <a:ext cx="10865160" cy="4886280"/>
          </a:xfrm>
          <a:prstGeom prst="roundRect">
            <a:avLst>
              <a:gd name="adj" fmla="val 16667"/>
            </a:avLst>
          </a:prstGeom>
          <a:solidFill>
            <a:schemeClr val="accent1">
              <a:lumMod val="20000"/>
              <a:lumOff val="80000"/>
            </a:schemeClr>
          </a:solidFill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 dirty="0">
                <a:solidFill>
                  <a:srgbClr val="000000"/>
                </a:solidFill>
                <a:latin typeface="Arial"/>
              </a:rPr>
              <a:t>For example:</a:t>
            </a: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strike="noStrike" spc="-1" dirty="0">
              <a:latin typeface="Arial"/>
            </a:endParaRPr>
          </a:p>
        </p:txBody>
      </p:sp>
      <p:sp>
        <p:nvSpPr>
          <p:cNvPr id="113" name="CustomShape 10"/>
          <p:cNvSpPr/>
          <p:nvPr/>
        </p:nvSpPr>
        <p:spPr>
          <a:xfrm>
            <a:off x="6403680" y="1917361"/>
            <a:ext cx="4475760" cy="147587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The normal curve overlay </a:t>
            </a:r>
            <a:r>
              <a:rPr lang="en-GB" sz="1800" b="1" i="1" strike="noStrike" spc="-1" dirty="0">
                <a:solidFill>
                  <a:srgbClr val="203232"/>
                </a:solidFill>
                <a:latin typeface="Arial"/>
              </a:rPr>
              <a:t>does not follow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the shape of the underlying data, so we use the non-parametric test that does not assume normality: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Wilcoxon</a:t>
            </a:r>
            <a:r>
              <a:rPr lang="en-GB" sz="1800" b="0" strike="noStrike" spc="-1" dirty="0">
                <a:solidFill>
                  <a:srgbClr val="203232"/>
                </a:solidFill>
                <a:latin typeface="Arial"/>
              </a:rPr>
              <a:t> also known as the </a:t>
            </a:r>
            <a:r>
              <a:rPr lang="en-GB" sz="1800" b="0" strike="noStrike" spc="-1" dirty="0">
                <a:solidFill>
                  <a:srgbClr val="0073CF"/>
                </a:solidFill>
                <a:latin typeface="Arial"/>
              </a:rPr>
              <a:t>Mann Whitney U Test.</a:t>
            </a:r>
            <a:endParaRPr lang="en-US" sz="1800" b="0" strike="noStrike" spc="-1" dirty="0">
              <a:latin typeface="Arial"/>
            </a:endParaRPr>
          </a:p>
        </p:txBody>
      </p:sp>
      <p:pic>
        <p:nvPicPr>
          <p:cNvPr id="114" name="Picture 20" descr="Chart, histogram&#10;&#10;Description automatically generated"/>
          <p:cNvPicPr/>
          <p:nvPr/>
        </p:nvPicPr>
        <p:blipFill>
          <a:blip r:embed="rId2"/>
          <a:stretch/>
        </p:blipFill>
        <p:spPr>
          <a:xfrm>
            <a:off x="1312560" y="1731961"/>
            <a:ext cx="4800240" cy="4800240"/>
          </a:xfrm>
          <a:prstGeom prst="rect">
            <a:avLst/>
          </a:prstGeom>
          <a:ln>
            <a:noFill/>
          </a:ln>
        </p:spPr>
      </p:pic>
      <p:pic>
        <p:nvPicPr>
          <p:cNvPr id="3" name="Picture 2" descr="A graph of flight tickets&#10;&#10;AI-generated content may be incorrect.">
            <a:extLst>
              <a:ext uri="{FF2B5EF4-FFF2-40B4-BE49-F238E27FC236}">
                <a16:creationId xmlns:a16="http://schemas.microsoft.com/office/drawing/2014/main" id="{1B7CE6F5-9870-2C9B-7CB1-704B025AA7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180" y="1731961"/>
            <a:ext cx="5211515" cy="470574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Shape 1"/>
          <p:cNvSpPr txBox="1"/>
          <p:nvPr/>
        </p:nvSpPr>
        <p:spPr>
          <a:xfrm>
            <a:off x="965160" y="790920"/>
            <a:ext cx="717660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</a:pPr>
            <a:r>
              <a:rPr lang="en-GB" sz="1500" b="0" strike="noStrike" spc="-1">
                <a:solidFill>
                  <a:srgbClr val="B3B9B9"/>
                </a:solidFill>
                <a:latin typeface="Arial"/>
              </a:rPr>
              <a:t>PRE 7COM1079-2022  Student Group No:  ?????</a:t>
            </a:r>
            <a:endParaRPr lang="en-US" sz="1500" b="0" strike="noStrike" spc="-1">
              <a:latin typeface="Times New Roman"/>
            </a:endParaRPr>
          </a:p>
        </p:txBody>
      </p:sp>
      <p:sp>
        <p:nvSpPr>
          <p:cNvPr id="136" name="TextShape 2"/>
          <p:cNvSpPr txBox="1"/>
          <p:nvPr/>
        </p:nvSpPr>
        <p:spPr>
          <a:xfrm>
            <a:off x="10616400" y="790920"/>
            <a:ext cx="622440" cy="230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noAutofit/>
          </a:bodyPr>
          <a:lstStyle/>
          <a:p>
            <a:pPr algn="r">
              <a:lnSpc>
                <a:spcPct val="100000"/>
              </a:lnSpc>
            </a:pPr>
            <a:fld id="{ADC5D68A-648F-4923-B6A1-749DE04AEFFA}" type="slidenum">
              <a:rPr lang="en-GB" sz="1500" b="1" strike="noStrike" spc="-1">
                <a:solidFill>
                  <a:srgbClr val="B3B9B9"/>
                </a:solidFill>
                <a:latin typeface="Arial"/>
              </a:rPr>
              <a:t>8</a:t>
            </a:fld>
            <a:endParaRPr lang="en-US" sz="1500" b="0" strike="noStrike" spc="-1">
              <a:latin typeface="Times New Roman"/>
            </a:endParaRPr>
          </a:p>
        </p:txBody>
      </p:sp>
      <p:sp>
        <p:nvSpPr>
          <p:cNvPr id="137" name="TextShape 3"/>
          <p:cNvSpPr txBox="1"/>
          <p:nvPr/>
        </p:nvSpPr>
        <p:spPr>
          <a:xfrm>
            <a:off x="952919" y="385588"/>
            <a:ext cx="10815527" cy="667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0" tIns="0" rIns="0" bIns="0">
            <a:noAutofit/>
          </a:bodyPr>
          <a:lstStyle/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r>
              <a:rPr lang="en-GB" sz="3600" b="1" strike="noStrike" spc="-100">
                <a:solidFill>
                  <a:srgbClr val="203232"/>
                </a:solidFill>
                <a:latin typeface="Arial"/>
              </a:rPr>
              <a:t>R Script and Results  (For ALL types of test) – The Analysis</a:t>
            </a:r>
            <a:endParaRPr lang="en-US" sz="3600" b="1" strike="noStrike" spc="-1">
              <a:latin typeface="Arial"/>
            </a:endParaRPr>
          </a:p>
          <a:p>
            <a:pPr>
              <a:lnSpc>
                <a:spcPct val="100000"/>
              </a:lnSpc>
              <a:spcAft>
                <a:spcPts val="992"/>
              </a:spcAft>
              <a:tabLst>
                <a:tab pos="0" algn="l"/>
              </a:tabLst>
            </a:pPr>
            <a:endParaRPr lang="en-US" sz="2400" b="0" strike="noStrike" spc="-1">
              <a:latin typeface="Arial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8BC67A1-346D-734F-321E-2098D1481674}"/>
              </a:ext>
            </a:extLst>
          </p:cNvPr>
          <p:cNvSpPr txBox="1"/>
          <p:nvPr/>
        </p:nvSpPr>
        <p:spPr>
          <a:xfrm>
            <a:off x="860959" y="2478157"/>
            <a:ext cx="10973747" cy="230832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3600" b="0" strike="noStrike" spc="-202" dirty="0">
              <a:solidFill>
                <a:srgbClr val="203232"/>
              </a:solidFill>
              <a:latin typeface="Arial"/>
            </a:endParaRPr>
          </a:p>
          <a:p>
            <a:pPr marL="285750" indent="-285750" latinLnBrk="1">
              <a:buFont typeface="Arial" panose="020B0604020202020204" pitchFamily="34" charset="0"/>
              <a:buChar char="•"/>
            </a:pPr>
            <a:r>
              <a:rPr lang="en-GB" dirty="0"/>
              <a:t>W = 53, p-value = 2.55e-09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Yes, the p-value is &lt; 0.05.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Yes, the result is significant.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reject the null hypothesis’.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There is a real, statistically significant difference in ticket prices between flights arriving in Hyderabad and Delhi.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59B412-C5AF-4A5E-570E-DD6B96128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919" y="1700850"/>
            <a:ext cx="6401355" cy="7773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erts Theme">
  <a:themeElements>
    <a:clrScheme name="Custom 2">
      <a:dk1>
        <a:srgbClr val="203232"/>
      </a:dk1>
      <a:lt1>
        <a:srgbClr val="FFFFFF"/>
      </a:lt1>
      <a:dk2>
        <a:srgbClr val="203232"/>
      </a:dk2>
      <a:lt2>
        <a:srgbClr val="FFFFFF"/>
      </a:lt2>
      <a:accent1>
        <a:srgbClr val="9C5FB5"/>
      </a:accent1>
      <a:accent2>
        <a:srgbClr val="00B9E4"/>
      </a:accent2>
      <a:accent3>
        <a:srgbClr val="F53F5B"/>
      </a:accent3>
      <a:accent4>
        <a:srgbClr val="0073CF"/>
      </a:accent4>
      <a:accent5>
        <a:srgbClr val="45B382"/>
      </a:accent5>
      <a:accent6>
        <a:srgbClr val="FFCF20"/>
      </a:accent6>
      <a:hlink>
        <a:srgbClr val="0073CF"/>
      </a:hlink>
      <a:folHlink>
        <a:srgbClr val="9C5F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6DBA85F447B164191BB36C258697B67" ma:contentTypeVersion="14" ma:contentTypeDescription="Create a new document." ma:contentTypeScope="" ma:versionID="ea511d05ca7f895fe9556935b5c9af34">
  <xsd:schema xmlns:xsd="http://www.w3.org/2001/XMLSchema" xmlns:xs="http://www.w3.org/2001/XMLSchema" xmlns:p="http://schemas.microsoft.com/office/2006/metadata/properties" xmlns:ns2="4ad138b4-2b68-4b70-945d-07f8f18b1c9a" xmlns:ns3="3c474641-ec36-472f-b125-6b1b0910eaa4" targetNamespace="http://schemas.microsoft.com/office/2006/metadata/properties" ma:root="true" ma:fieldsID="662270106d7a7e100bcac2c5f8d29899" ns2:_="" ns3:_="">
    <xsd:import namespace="4ad138b4-2b68-4b70-945d-07f8f18b1c9a"/>
    <xsd:import namespace="3c474641-ec36-472f-b125-6b1b0910eaa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Information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d138b4-2b68-4b70-945d-07f8f18b1c9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Information" ma:index="12" nillable="true" ma:displayName="Information" ma:format="Dropdown" ma:internalName="Information">
      <xsd:simpleType>
        <xsd:restriction base="dms:Text">
          <xsd:maxLength value="255"/>
        </xsd:restriction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474641-ec36-472f-b125-6b1b0910eaa4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nformation xmlns="4ad138b4-2b68-4b70-945d-07f8f18b1c9a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21B8C57-903D-4D0E-8336-7B512F760CD1}">
  <ds:schemaRefs>
    <ds:schemaRef ds:uri="3c474641-ec36-472f-b125-6b1b0910eaa4"/>
    <ds:schemaRef ds:uri="4ad138b4-2b68-4b70-945d-07f8f18b1c9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EDD1FC41-23C7-41B0-B5F9-BF4CD38AD2ED}">
  <ds:schemaRefs>
    <ds:schemaRef ds:uri="3c474641-ec36-472f-b125-6b1b0910eaa4"/>
    <ds:schemaRef ds:uri="4ad138b4-2b68-4b70-945d-07f8f18b1c9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1C521DD-2673-4EE6-BB9B-DC5C3320FFB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279</Words>
  <Application>Microsoft Office PowerPoint</Application>
  <PresentationFormat>Widescreen</PresentationFormat>
  <Paragraphs>59</Paragraphs>
  <Slides>8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Times New Roman</vt:lpstr>
      <vt:lpstr>Herts Theme</vt:lpstr>
      <vt:lpstr>Visualization and Analysis –  Tutorial Presentation for Feedback Date: 01/12/2025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Joanne Harwood</dc:creator>
  <cp:lastModifiedBy>HP</cp:lastModifiedBy>
  <cp:revision>7</cp:revision>
  <dcterms:created xsi:type="dcterms:W3CDTF">2019-10-01T08:37:56Z</dcterms:created>
  <dcterms:modified xsi:type="dcterms:W3CDTF">2025-12-10T17:57:01Z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0x01010026DBA85F447B164191BB36C258697B67</vt:lpwstr>
  </property>
  <property fmtid="{D5CDD505-2E9C-101B-9397-08002B2CF9AE}" pid="3" name="MSIP_Label_792eb941-5708-451f-9eb2-3e44fd73f8f3_Enabled">
    <vt:lpwstr>true</vt:lpwstr>
  </property>
  <property fmtid="{D5CDD505-2E9C-101B-9397-08002B2CF9AE}" pid="4" name="MSIP_Label_792eb941-5708-451f-9eb2-3e44fd73f8f3_SetDate">
    <vt:lpwstr>2025-11-26T22:13:18Z</vt:lpwstr>
  </property>
  <property fmtid="{D5CDD505-2E9C-101B-9397-08002B2CF9AE}" pid="5" name="MSIP_Label_792eb941-5708-451f-9eb2-3e44fd73f8f3_Method">
    <vt:lpwstr>Standard</vt:lpwstr>
  </property>
  <property fmtid="{D5CDD505-2E9C-101B-9397-08002B2CF9AE}" pid="6" name="MSIP_Label_792eb941-5708-451f-9eb2-3e44fd73f8f3_Name">
    <vt:lpwstr>Private</vt:lpwstr>
  </property>
  <property fmtid="{D5CDD505-2E9C-101B-9397-08002B2CF9AE}" pid="7" name="MSIP_Label_792eb941-5708-451f-9eb2-3e44fd73f8f3_SiteId">
    <vt:lpwstr>b8d5850c-e89a-4a4a-95da-60b09545d189</vt:lpwstr>
  </property>
  <property fmtid="{D5CDD505-2E9C-101B-9397-08002B2CF9AE}" pid="8" name="MSIP_Label_792eb941-5708-451f-9eb2-3e44fd73f8f3_ActionId">
    <vt:lpwstr>542bbaba-0852-4f67-93cc-224435168ab1</vt:lpwstr>
  </property>
  <property fmtid="{D5CDD505-2E9C-101B-9397-08002B2CF9AE}" pid="9" name="MSIP_Label_792eb941-5708-451f-9eb2-3e44fd73f8f3_ContentBits">
    <vt:lpwstr>1</vt:lpwstr>
  </property>
  <property fmtid="{D5CDD505-2E9C-101B-9397-08002B2CF9AE}" pid="10" name="MSIP_Label_792eb941-5708-451f-9eb2-3e44fd73f8f3_Tag">
    <vt:lpwstr>10, 3, 0, 1</vt:lpwstr>
  </property>
  <property fmtid="{D5CDD505-2E9C-101B-9397-08002B2CF9AE}" pid="11" name="ClassificationContentMarkingHeaderLocations">
    <vt:lpwstr>Herts Theme:7</vt:lpwstr>
  </property>
  <property fmtid="{D5CDD505-2E9C-101B-9397-08002B2CF9AE}" pid="12" name="ClassificationContentMarkingHeaderText">
    <vt:lpwstr>Classification: Private</vt:lpwstr>
  </property>
</Properties>
</file>